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Nuni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AE31EF-8E21-44F5-B345-466ACBDF190F}">
  <a:tblStyle styleId="{62AE31EF-8E21-44F5-B345-466ACBDF19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Nunito-bold.fntdata"/><Relationship Id="rId12" Type="http://schemas.openxmlformats.org/officeDocument/2006/relationships/font" Target="fonts/Nuni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Nunito-boldItalic.fntdata"/><Relationship Id="rId14" Type="http://schemas.openxmlformats.org/officeDocument/2006/relationships/font" Target="fonts/Nuni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d26a16cb8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d26a16cb8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d26a16cb8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d26a16cb8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d26a16cb8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d26a16cb8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d26a16cb8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d26a16cb8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Instagram Lite cumple su objetivo?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Resumen de calidad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🟢 Verde (GO):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Calidad óptima, riesgos mínimos.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🟡 Amarillo (CAUTION):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Funcional, pero con errores visuales o de experiencia que pueden esperar a un parche.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🔴 Rojo (NO-GO):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Riesgos críticos (pérdida de datos, fallos de seguridad o crash total).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 para Instagram Lite:</a:t>
            </a:r>
            <a:r>
              <a:rPr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"Estado: </a:t>
            </a:r>
            <a:r>
              <a:rPr b="1"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🟡 CAUTION</a:t>
            </a:r>
            <a:r>
              <a:rPr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La app es funcional para el 80% de los usuarios, pero tenemos un problema crítico en redes 2G (nuestro mercado objetivo)."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Métricas clave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r>
              <a:rPr b="1"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Eficacia de Pruebas:</a:t>
            </a:r>
            <a:r>
              <a:rPr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"Se ejecutaron 32 casos de prueba; el 84% fueron exitosos".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r>
              <a:rPr b="1"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Pirámide de Severidad:</a:t>
            </a:r>
            <a:r>
              <a:rPr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b="1"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Críticos:</a:t>
            </a:r>
            <a:r>
              <a:rPr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 (Bloqueante en red 2G). </a:t>
            </a:r>
            <a:r>
              <a:rPr b="1"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Bajos:</a:t>
            </a:r>
            <a:r>
              <a:rPr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 (Textos no legibles y notificaciones retrasadas).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r>
              <a:rPr b="1"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Métrica de Valor:</a:t>
            </a:r>
            <a:r>
              <a:rPr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"El 100% de los flujos de creación de cuenta y login funcionan perfectamente".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Impacto de los "Bugs" en el Negocio </a:t>
            </a:r>
            <a:endParaRPr/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8" name="Google Shape;148;p16"/>
          <p:cNvGraphicFramePr/>
          <p:nvPr/>
        </p:nvGraphicFramePr>
        <p:xfrm>
          <a:off x="819150" y="209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{62AE31EF-8E21-44F5-B345-466ACBDF190F}</a:tableStyleId>
              </a:tblPr>
              <a:tblGrid>
                <a:gridCol w="3619500"/>
                <a:gridCol w="3619500"/>
              </a:tblGrid>
              <a:tr h="478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F1F1F"/>
                          </a:solidFill>
                        </a:rPr>
                        <a:t>Hallazgo Técnico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F1F1F"/>
                          </a:solidFill>
                        </a:rPr>
                        <a:t>Impacto de Negocio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rgbClr val="1F1F1F"/>
                          </a:solidFill>
                        </a:rPr>
                        <a:t>Error de carga en red 2G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F1F1F"/>
                          </a:solidFill>
                        </a:rPr>
                        <a:t>Pérdida de mercado:</a:t>
                      </a:r>
                      <a:r>
                        <a:rPr lang="es" sz="1100">
                          <a:solidFill>
                            <a:srgbClr val="1F1F1F"/>
                          </a:solidFill>
                        </a:rPr>
                        <a:t> Los usuarios en zonas rurales abandonarán la app.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rgbClr val="1F1F1F"/>
                          </a:solidFill>
                        </a:rPr>
                        <a:t>Texto invisible en banner de subida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F1F1F"/>
                          </a:solidFill>
                        </a:rPr>
                        <a:t>Mala imagen de marca:</a:t>
                      </a:r>
                      <a:r>
                        <a:rPr lang="es" sz="1100">
                          <a:solidFill>
                            <a:srgbClr val="1F1F1F"/>
                          </a:solidFill>
                        </a:rPr>
                        <a:t> La app se percibe como inacabada o de mala calidad.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rgbClr val="1F1F1F"/>
                          </a:solidFill>
                        </a:rPr>
                        <a:t>Notificación de seguidores vacía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F1F1F"/>
                          </a:solidFill>
                        </a:rPr>
                        <a:t>Bajo engagement:</a:t>
                      </a:r>
                      <a:r>
                        <a:rPr lang="es" sz="1100">
                          <a:solidFill>
                            <a:srgbClr val="1F1F1F"/>
                          </a:solidFill>
                        </a:rPr>
                        <a:t> El usuario no interactúa porque no sabe quién lo sigue.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Recomendación y Plan de Acción</a:t>
            </a:r>
            <a:endParaRPr/>
          </a:p>
        </p:txBody>
      </p:sp>
      <p:sp>
        <p:nvSpPr>
          <p:cNvPr id="154" name="Google Shape;154;p1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¿Qué necesitamos?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"Solicitamos 3 días adicionales para que el equipo de desarrollo corrija el renderizado en redes 2G".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Próximo paso: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"Una vez corregido el bug de 2G, estamos listos para el despliegue (Go-Live)".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